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226F3-54B3-7B34-C89D-406956F49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4B4584-A263-7BF6-C0B7-0993D44F3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8C02CD-9D31-7577-3944-0F813521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2D963-345F-50E0-1575-BFEA8192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F864D-9074-B5CE-ABAD-1BC5BA31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1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6620D-AB0E-20E9-1D0C-45E0338F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F17001-4BC7-CD4B-1304-EBEB5AF7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5E7A06-730F-BC52-A391-468E856E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5FBAE-417E-81EC-D8A8-B19267C5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A2B2CA-48A5-EDEC-8A4C-3962EF6B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90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82CC2-B69C-A665-B48C-096B9C3D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A2C7AC-3214-6649-70E2-AEE3DE75A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22C4A-43AA-FA6D-C27F-9F395E61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F6B4A7-DB5F-2E7E-DD66-ECD0DD5A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EBE001-13DF-355F-4BE3-B2827FDD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51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95470-0023-2401-1996-055BBBA5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AB921F-18EB-57D8-9997-B71604B19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465C91-C14D-8CE6-24AB-2607B0633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4D62D-1710-0F9B-0C9B-E926E54D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1FEF98-455D-12F2-44F5-90581A13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3B4510-C3F3-CC5E-583C-FC5C9931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84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A2136-AC03-1E30-C796-CDA15261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D8731D-52F7-031A-2E5E-8117261D6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474857-518D-CC2D-55C4-3AB7373F9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4C251D-98AD-2DDF-5590-938253477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8A612-69D7-79FC-D221-E0A45BA48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3706F7-5B2D-85B4-69BB-6C89ABDD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AB37B8-98C3-9E5F-532D-80A2BB30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90EFFD-B134-5B54-7C77-57FD0151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60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540FF-C3EE-4DF9-F8C4-EE510D18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CC0373-D82C-7521-635A-06EFAF64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4C16D0-5FB4-DC97-E51D-4C08D1BF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C075E-809E-0AED-0415-3CEA945C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69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D8B343-AAA7-F77E-D3CE-3EB58482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802D3E-9639-5377-E7F3-1F2CA2C9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26DB08-B9EE-BE04-A5F3-6E25C019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65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4CC38-EF4D-BCF4-0A02-55361971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6C007-73BA-477A-3E27-06717AE73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7C3F59-9D97-6046-4579-A4EF24D94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B49C72-E47E-B200-C8D9-BC3743FB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3958F-47FF-8E7A-992C-4D93FEE8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DBBF6F-C902-DCEF-FF8D-385747F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02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9413F-3AC0-59AB-2059-7E2F1D8F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584E6F-6564-74C4-2FBC-801C88979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BBB6DD-09A8-EEB5-91BD-CFAAF9EAF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C63FB-F459-524C-BF8B-63A670E1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0EE32-901D-AC86-EFC1-D273B1E5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ABA85C-7630-3D20-AD8A-1FD431F6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6AA41-0390-8EED-4432-E261A884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0A6E84-DCA9-9163-E869-A68364C86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B3BE4-3FD5-808E-E405-ECB88CAF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D684B-9C5E-56B5-ABB4-1C77D82F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13019-EC85-2DF1-C151-11276FC1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08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2D5103-F1B5-446D-ED9F-F030B7319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767743-8981-F32F-905D-5F46DC5EC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F5689-273E-83BA-C30D-FD4226F8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4A59F1-F174-5114-1C93-5BB9BF3E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0DE8F-8BD8-DCDD-CCF1-1088850F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00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0E0B00-0B29-A793-B434-C9D317E2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B4D8A-6170-61CC-3029-63FF60A80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B40E3-F458-E456-6F49-C4868F372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64F4F-628A-4B3F-8DCB-3132BBB9692E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5C676-66D4-70A6-A1D3-79F1159B0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174E3-B3AC-2A9D-E58F-429A957AE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A58DF-2F64-49F7-95B2-D1F8E4B50D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59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FF4F5-00F2-0EF1-0B36-4A6DC58C9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94D0C3-3306-C94A-1C14-23301E8DC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7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회로, 전자 공학, 전자제품, 전자 부품이(가) 표시된 사진&#10;&#10;자동 생성된 설명">
            <a:extLst>
              <a:ext uri="{FF2B5EF4-FFF2-40B4-BE49-F238E27FC236}">
                <a16:creationId xmlns:a16="http://schemas.microsoft.com/office/drawing/2014/main" id="{5A0E6427-61CF-5553-DFF5-0F737BA4B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60" y="296313"/>
            <a:ext cx="5423677" cy="62653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3860DDB-8C98-98E1-942E-8B1802E6B177}"/>
              </a:ext>
            </a:extLst>
          </p:cNvPr>
          <p:cNvSpPr/>
          <p:nvPr/>
        </p:nvSpPr>
        <p:spPr>
          <a:xfrm>
            <a:off x="7311366" y="296313"/>
            <a:ext cx="910800" cy="2438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48E35E-9579-C344-4149-2D67064D239F}"/>
              </a:ext>
            </a:extLst>
          </p:cNvPr>
          <p:cNvSpPr/>
          <p:nvPr/>
        </p:nvSpPr>
        <p:spPr>
          <a:xfrm>
            <a:off x="3547501" y="1516900"/>
            <a:ext cx="1077296" cy="1188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C35A9D-14BB-1E02-63AF-8F71EEA3F8F9}"/>
              </a:ext>
            </a:extLst>
          </p:cNvPr>
          <p:cNvSpPr/>
          <p:nvPr/>
        </p:nvSpPr>
        <p:spPr>
          <a:xfrm>
            <a:off x="8269191" y="296313"/>
            <a:ext cx="538648" cy="812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872853-A546-1416-DD2F-EC85AB3A09CB}"/>
              </a:ext>
            </a:extLst>
          </p:cNvPr>
          <p:cNvSpPr/>
          <p:nvPr/>
        </p:nvSpPr>
        <p:spPr>
          <a:xfrm>
            <a:off x="3547499" y="3113410"/>
            <a:ext cx="353941" cy="5510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3D81B7-E11F-09CB-740D-C64536F80932}"/>
              </a:ext>
            </a:extLst>
          </p:cNvPr>
          <p:cNvSpPr/>
          <p:nvPr/>
        </p:nvSpPr>
        <p:spPr>
          <a:xfrm>
            <a:off x="3669418" y="3664431"/>
            <a:ext cx="232022" cy="5510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072381-2CF6-3029-5FEE-9E2BF8309E04}"/>
              </a:ext>
            </a:extLst>
          </p:cNvPr>
          <p:cNvSpPr/>
          <p:nvPr/>
        </p:nvSpPr>
        <p:spPr>
          <a:xfrm>
            <a:off x="5640600" y="1955766"/>
            <a:ext cx="910800" cy="3103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D87F870-BE67-5C26-95F8-5F6BEB0D2707}"/>
              </a:ext>
            </a:extLst>
          </p:cNvPr>
          <p:cNvSpPr/>
          <p:nvPr/>
        </p:nvSpPr>
        <p:spPr>
          <a:xfrm>
            <a:off x="7020501" y="174393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1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20E08B6-FEB9-F21C-1AD9-81E00E74D427}"/>
              </a:ext>
            </a:extLst>
          </p:cNvPr>
          <p:cNvSpPr/>
          <p:nvPr/>
        </p:nvSpPr>
        <p:spPr>
          <a:xfrm>
            <a:off x="8854863" y="174393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2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1C95A46-F6C0-BD8E-EB08-02078990338A}"/>
              </a:ext>
            </a:extLst>
          </p:cNvPr>
          <p:cNvSpPr/>
          <p:nvPr/>
        </p:nvSpPr>
        <p:spPr>
          <a:xfrm>
            <a:off x="3262240" y="1394980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3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FA7E985-59E3-8DD1-1531-9747C1EB5107}"/>
              </a:ext>
            </a:extLst>
          </p:cNvPr>
          <p:cNvSpPr/>
          <p:nvPr/>
        </p:nvSpPr>
        <p:spPr>
          <a:xfrm>
            <a:off x="3262240" y="2991490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4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92E20DA-8892-3CED-2D88-5CA73EA21EF7}"/>
              </a:ext>
            </a:extLst>
          </p:cNvPr>
          <p:cNvSpPr/>
          <p:nvPr/>
        </p:nvSpPr>
        <p:spPr>
          <a:xfrm>
            <a:off x="3262240" y="3632201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5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2474F87-9C6C-60EC-DD97-B40A8A5278CE}"/>
              </a:ext>
            </a:extLst>
          </p:cNvPr>
          <p:cNvSpPr/>
          <p:nvPr/>
        </p:nvSpPr>
        <p:spPr>
          <a:xfrm>
            <a:off x="5622206" y="1650966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6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609330-55EE-F35E-ABEE-EDE85AF468ED}"/>
              </a:ext>
            </a:extLst>
          </p:cNvPr>
          <p:cNvSpPr/>
          <p:nvPr/>
        </p:nvSpPr>
        <p:spPr>
          <a:xfrm>
            <a:off x="5063280" y="493321"/>
            <a:ext cx="2169370" cy="3925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11C14F-3258-0B1D-0C95-CAC80786E552}"/>
              </a:ext>
            </a:extLst>
          </p:cNvPr>
          <p:cNvSpPr/>
          <p:nvPr/>
        </p:nvSpPr>
        <p:spPr>
          <a:xfrm>
            <a:off x="4813059" y="174393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7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C6DC32-8BF6-0E1E-EDA7-F54F17E41808}"/>
              </a:ext>
            </a:extLst>
          </p:cNvPr>
          <p:cNvSpPr/>
          <p:nvPr/>
        </p:nvSpPr>
        <p:spPr>
          <a:xfrm>
            <a:off x="7279674" y="540153"/>
            <a:ext cx="910800" cy="8472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CBE5517-EA45-83AF-70A3-72E0FD09B730}"/>
              </a:ext>
            </a:extLst>
          </p:cNvPr>
          <p:cNvSpPr/>
          <p:nvPr/>
        </p:nvSpPr>
        <p:spPr>
          <a:xfrm>
            <a:off x="6992713" y="1025351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8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BD076C-0F85-6EE0-9D31-EE100D72F951}"/>
              </a:ext>
            </a:extLst>
          </p:cNvPr>
          <p:cNvSpPr/>
          <p:nvPr/>
        </p:nvSpPr>
        <p:spPr>
          <a:xfrm>
            <a:off x="4912229" y="1780082"/>
            <a:ext cx="606450" cy="5510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7B3DC2D-A179-C436-A4BD-0402AEBC957E}"/>
              </a:ext>
            </a:extLst>
          </p:cNvPr>
          <p:cNvSpPr/>
          <p:nvPr/>
        </p:nvSpPr>
        <p:spPr>
          <a:xfrm>
            <a:off x="4705978" y="1507721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9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E8D95FC-0C5C-F210-F62E-D55B269BB155}"/>
              </a:ext>
            </a:extLst>
          </p:cNvPr>
          <p:cNvSpPr/>
          <p:nvPr/>
        </p:nvSpPr>
        <p:spPr>
          <a:xfrm>
            <a:off x="3901440" y="3113409"/>
            <a:ext cx="243840" cy="5389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C036120-90C3-7F0C-2C8F-C3048975449F}"/>
              </a:ext>
            </a:extLst>
          </p:cNvPr>
          <p:cNvSpPr/>
          <p:nvPr/>
        </p:nvSpPr>
        <p:spPr>
          <a:xfrm>
            <a:off x="4040309" y="2829002"/>
            <a:ext cx="243840" cy="2438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A</a:t>
            </a:r>
            <a:endParaRPr lang="ko-KR" alt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6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2C56C36-93DA-C5EC-D314-4849998CC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01613"/>
              </p:ext>
            </p:extLst>
          </p:nvPr>
        </p:nvGraphicFramePr>
        <p:xfrm>
          <a:off x="2032000" y="719666"/>
          <a:ext cx="81280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318">
                  <a:extLst>
                    <a:ext uri="{9D8B030D-6E8A-4147-A177-3AD203B41FA5}">
                      <a16:colId xmlns:a16="http://schemas.microsoft.com/office/drawing/2014/main" val="3000833528"/>
                    </a:ext>
                  </a:extLst>
                </a:gridCol>
                <a:gridCol w="6926682">
                  <a:extLst>
                    <a:ext uri="{9D8B030D-6E8A-4147-A177-3AD203B41FA5}">
                      <a16:colId xmlns:a16="http://schemas.microsoft.com/office/drawing/2014/main" val="1153450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Callout Number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5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Power source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42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External power pin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79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Transciever direction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45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Transciever FSEN option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98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Buffer direction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662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Buffer termination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24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Transciever, buffer direction short selection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376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Board power on/off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94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EEM interface pins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6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Buck Converter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6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SN65MLVD040RGZ Transciever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SN74LXC1T45DRYR Buffer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252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93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62</Words>
  <Application>Microsoft Office PowerPoint</Application>
  <PresentationFormat>와이드스크린</PresentationFormat>
  <Paragraphs>34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Jeonghyun Park</dc:creator>
  <cp:lastModifiedBy>Jeonghyun Park</cp:lastModifiedBy>
  <cp:revision>31</cp:revision>
  <dcterms:created xsi:type="dcterms:W3CDTF">2024-11-12T11:18:31Z</dcterms:created>
  <dcterms:modified xsi:type="dcterms:W3CDTF">2024-11-12T12:41:25Z</dcterms:modified>
</cp:coreProperties>
</file>